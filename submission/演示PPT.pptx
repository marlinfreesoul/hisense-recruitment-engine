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822960" y="1417320"/>
            <a:ext cx="795528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海信</a:t>
            </a:r>
            <a:r>
              <a:rPr lang="zh-CN" altLang="en-US" sz="6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容声</a:t>
            </a:r>
            <a:r>
              <a:rPr lang="en-US" sz="6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 AI 智能体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把招聘闭环，变成可解释、可审计、可掌控的智能协作。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7955280" cy="18288"/>
          </a:xfrm>
          <a:prstGeom prst="rect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69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顺得队  ·  SHUNDE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洪高飞  ·  陈言诺  ·  梁卓文  ·  罗</a:t>
            </a:r>
            <a:r>
              <a:rPr lang="zh-CN" alt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</a:t>
            </a: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44348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海信慧眼，顺得英才！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1句话任务 + 4大模块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智能体重塑 HR 招聘全流程，从发布岗位到发放 offer 端到端自动化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4023360" cy="24688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24688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68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一句话任务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3611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打造一款替代人工的全流程招聘甄选 AI 智能体：自动生成岗位 JD、多维度筛选简历、核验风险、智能辅助面试</a:t>
            </a:r>
            <a:r>
              <a:rPr lang="zh-CN" altLang="en-US" sz="13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3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并自动汇总人才评价。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 AI 智能体解决的4大模块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简历筛选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9260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JD 生成 · 多维匹配 · 0-100 分评价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2918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风险识别与资质核验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291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造假 · 断层 · 证书 · 核心技能核验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6576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面试辅助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657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结构化题库 · 纪要 · 评价表自动填写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4023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人才评价汇总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4023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对比表 · 分类入库 · 兜底候选人推送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7863840" cy="36576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业务场景：从岗位发布到 offer 发放的全流程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对象为 HR 与用人部门；当前由公司内部系统 + 北森完成，简历筛选、面试辅助、评价汇总仍以人工为主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2606040" cy="12801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2801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671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招聘流程主导方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维护岗位、筛选简历、电话初面、背调、offer 审批与发放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057400"/>
            <a:ext cx="2606040" cy="12801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2057400"/>
            <a:ext cx="54864" cy="128016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671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用人部门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37560" y="2770632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业务判断方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299008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提交用人需求、确认候选人画像、参与面试、决定录用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057400"/>
            <a:ext cx="2606040" cy="12801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057400"/>
            <a:ext cx="54864" cy="1280160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1671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35040" y="2770632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求职体验方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299008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投递简历、参加面试与测评、接收反馈与 offer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现有流程 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11150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个关键节点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发布岗位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72768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72768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筛选简历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88336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88336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安排面试/测评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03904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03904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记录面试结果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9472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背景调查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offer 审批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50608" y="4160520"/>
            <a:ext cx="1078992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0608" y="4160520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发放 offer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66240" y="3794760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痛点：简历筛选、面试辅助、评价汇总仍以人工为主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当前痛点：4个具体问题，正在吞噬招聘质量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把脉 HR 与用人部门在传统招聘全流程中的真实负担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3977640" cy="123444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23444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1488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简历筛选效率低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简历库庞大、新投递不断涌入，HR 靠关键词与经验逐份筛，耗时严重且覆盖度有限。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057400"/>
            <a:ext cx="3977640" cy="123444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057400"/>
            <a:ext cx="54864" cy="1234440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488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1488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人岗匹配主观化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筛选标准依赖个人判断，缺少可复用的多维权重模型，团队之间口径不一致。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3977640" cy="123444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29000"/>
            <a:ext cx="54864" cy="123444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5204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面试测评标准不统一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面试官凭经验提问、凭印象打分，缺少结构化题库和统一评价维度。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3429000"/>
            <a:ext cx="3977640" cy="123444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429000"/>
            <a:ext cx="54864" cy="123444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520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52044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海量候选人复盘成本高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397764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面试后人工整理纪要、汇总人才评价、推进入库或兜底，工作量巨大。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7863840" cy="36576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我们不是"自动招聘"，而是"证据化招聘协作"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3977640" cy="24688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24688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94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2560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 · 匹配 · 提醒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2999232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260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标准化岗位信息，自动生成 JD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82112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构建多维度匹配权重并打分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3511296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43814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标记招聘风险与待核验缺口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" y="3767328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9417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生成结构化面试题与个性化追问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" y="402336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5020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自动整理面试纪要与评价表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" y="4279392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汇总候选人对比表与兜底人选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2057400"/>
            <a:ext cx="3977640" cy="24688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2057400"/>
            <a:ext cx="54864" cy="246888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94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 与用人部门做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54880" y="2560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 · 确认 · 负责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82312" y="2999232"/>
            <a:ext cx="73152" cy="73152"/>
          </a:xfrm>
          <a:prstGeom prst="ellipse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9260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确认岗位发布与筛选要求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82312" y="3255264"/>
            <a:ext cx="73152" cy="73152"/>
          </a:xfrm>
          <a:prstGeom prst="ellipse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182112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复核 AI 给出的候选结论与证据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82312" y="3511296"/>
            <a:ext cx="73152" cy="73152"/>
          </a:xfrm>
          <a:prstGeom prst="ellipse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43814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决定是否推进到面试与录用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82312" y="3767328"/>
            <a:ext cx="73152" cy="73152"/>
          </a:xfrm>
          <a:prstGeom prst="ellipse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69417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AI 评价基础上调整打分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82312" y="4023360"/>
            <a:ext cx="73152" cy="73152"/>
          </a:xfrm>
          <a:prstGeom prst="ellipse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95020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为关键决定承担最终责任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82312" y="4279392"/>
            <a:ext cx="73152" cy="73152"/>
          </a:xfrm>
          <a:prstGeom prst="ellipse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20624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维护人才分类与入库标准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105" y="1727708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原则：AI 给出证据，人做决定；人做决定时，永远能看到 AI 的依据。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1条可演示闭环：4大模块串成一条链路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从岗位发布到发放 offer，每个节点都有 AI 整理 + 人工确认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1188720" cy="15544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54864" cy="15544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97280" y="23317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JD 治理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自动生成 + HR 修改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50492" y="2926080"/>
            <a:ext cx="109728" cy="54864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64792" y="2194560"/>
            <a:ext cx="1188720" cy="15544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64792" y="2194560"/>
            <a:ext cx="54864" cy="15544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404872" y="23317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56232" y="28346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简历筛选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56232" y="32004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多维权重 + 0-100 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58084" y="2926080"/>
            <a:ext cx="109728" cy="54864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2384" y="2194560"/>
            <a:ext cx="1188720" cy="15544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72384" y="2194560"/>
            <a:ext cx="54864" cy="15544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712464" y="23317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63824" y="28346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风险核验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63824" y="32004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造假 / 断层 / 证书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65676" y="2926080"/>
            <a:ext cx="109728" cy="54864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9976" y="2194560"/>
            <a:ext cx="1188720" cy="15544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9976" y="2194560"/>
            <a:ext cx="54864" cy="15544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71416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020056" y="23317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71416" y="28346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面试辅助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71416" y="32004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结构化题 + 纪要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73268" y="2926080"/>
            <a:ext cx="109728" cy="54864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87568" y="2194560"/>
            <a:ext cx="1188720" cy="15544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2194560"/>
            <a:ext cx="54864" cy="15544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327648" y="23317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79008" y="28346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评价汇总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79008" y="32004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对比表 + 入库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80860" y="2926080"/>
            <a:ext cx="109728" cy="54864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2194560"/>
            <a:ext cx="1188720" cy="15544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5160" y="2194560"/>
            <a:ext cx="54864" cy="155448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7635240" y="23317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86600" y="28346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offer 推进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86600" y="32004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 + 兜底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977640"/>
            <a:ext cx="7863840" cy="5943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3977640"/>
            <a:ext cx="54864" cy="5943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4041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演示主线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5800" y="4251960"/>
            <a:ext cx="7406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以"容</a:t>
            </a:r>
            <a:r>
              <a:rPr lang="zh-CN" altLang="en-US" sz="105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</a:t>
            </a:r>
            <a:r>
              <a:rPr lang="en-US" sz="105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冰箱装配工"为例：HR 录入原始 JD  →  AI 标准化并标记风险  →  92 分候选人证据匹配  →  结构化初筛 + 面试纪要  →  对比表 + 兜底人选  →  用人部门决定是否发放 offer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简历筛选：从 JD 生成到匹配度评分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HR 和用人部门拿到的不是"一份简历"，而是"一份简历 + 一份证据"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2423160" cy="11887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18872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自动生成 JD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基于岗位类型自动起草 JD；HR 与用人部门可在线修改硬性要求、技能模型、经验门槛、软实力维度。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71800" y="2057400"/>
            <a:ext cx="2423160" cy="11887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2057400"/>
            <a:ext cx="54864" cy="118872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1488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多维度匹配权重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246888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把岗位要求拆成硬性条件 + 软性素质 + 经验 / 技能 / 证书 / 软实力维度，AI 自动构建权重并打分。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2423160" cy="11887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55848"/>
            <a:ext cx="54864" cy="118872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4728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候选人 0-100 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767328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对简历库已有简历与新投递简历统一打分；区分硬性匹配与软性匹配，输出总结、推送给用人部门。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71800" y="3355848"/>
            <a:ext cx="2423160" cy="11887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3355848"/>
            <a:ext cx="54864" cy="118872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44728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用人部门初判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3767328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用人部门基于证据选择是否通过筛选并填写备注；HR 拿到筛选结果后再进行电话初面。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2057400"/>
            <a:ext cx="3154680" cy="2487168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057400"/>
            <a:ext cx="54864" cy="2487168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167128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EVIDENCE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24231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92 分匹配示例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0" y="2834640"/>
            <a:ext cx="1188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903720" y="31089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 100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15000" y="374904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硬性 38 / 40  ·  软性 54 / 60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15000" y="397764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待核验：1 项（项目经历时间表述模糊）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15000" y="420624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推送：用人部门初判  →  HR 电话初面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87655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风险识别与资质核验：把红线、假证、断层一次清出来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1765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给出"风险评估报告"，HR 与用人部门复核后再决定是否推进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4023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0515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671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148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简历造假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工作经历与项目描述与公开信息背离；学历 / 证书 / 头衔一致性核验；可疑措辞模式识别。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2057400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057400"/>
            <a:ext cx="54864" cy="1051560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671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148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工作经历断层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25146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空窗期识别与原因归类；频繁跳槽次数与稳定性评估；岗位衔接度判断。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18688"/>
            <a:ext cx="54864" cy="105156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284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310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证书过期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675888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特种作业证、职业资格证、岗位硬性证书的有效期核验与提醒。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218688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218688"/>
            <a:ext cx="54864" cy="10515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3284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310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核心技能真实性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09160" y="3675888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对技术 / 职能岗位的核心技能做初步核验，输出可追问的验证点。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370832"/>
            <a:ext cx="7863840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370832"/>
            <a:ext cx="54864" cy="36576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165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4416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候选人风险评估报告（含证据）  →  同步推送给 HR 与用人部门  →  风险等级与建议动作（继续 / 加面 / 核验后定）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面试辅助：让面试官专注"听与判断"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负责出题、追问、纪要与评价表，面试官负责做决定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2606040" cy="182880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82880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结构化题库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根据岗位类型自动生成结构化面试题库，覆盖能力项、行为题与情境题；不同岗位不同模板。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057400"/>
            <a:ext cx="2606040" cy="182880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2057400"/>
            <a:ext cx="54864" cy="182880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337560" y="2697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个性化追问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37560" y="3063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针对候选人简历短板、岗位核心考察点、测评报告，自动生成个性化追问问题。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057400"/>
            <a:ext cx="2606040" cy="182880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057400"/>
            <a:ext cx="54864" cy="182880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35040" y="2697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纪要 + 评价表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35040" y="3063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基于线上面试对话自动整理纪要、打分评级；线下面试记录识别为加分项；自动填写评价表推送给面试官修改提交。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7863840" cy="5943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14800"/>
            <a:ext cx="54864" cy="59436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06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HUMAN-IN-LOOP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4165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面试官终审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77440" y="429768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推送纪要 + 初评  →  面试官在评价表上修改、调整打分  →  提交后入库  →  不替代面试官做最终录用判断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人才评价汇总：把面试过的候选人一表看清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支持对比、入库、分类标签，以及"offer 被拒"时的兜底推送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7863840" cy="1508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5087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21408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候选人对比表  /  CANDIDATE COMPARISON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85800" y="2423160"/>
          <a:ext cx="7406640" cy="105156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914400"/>
                <a:gridCol w="1097280"/>
                <a:gridCol w="2011680"/>
              </a:tblGrid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5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候选人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5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硬性匹配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5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软性匹配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5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5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面试评级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5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综合建议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6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张某某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38/40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54/60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推进 offer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李某某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36/40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48/60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B+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备选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王某某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34/40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50/60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0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备选 / 入库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3703320"/>
            <a:ext cx="2606040" cy="9601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703320"/>
            <a:ext cx="54864" cy="96012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汇总 + 推送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408736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自动汇总招聘信息，面试过的候选人形成对比表，协助用人部门完成选人决策。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54680" y="3703320"/>
            <a:ext cx="2606040" cy="9601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54680" y="3703320"/>
            <a:ext cx="54864" cy="96012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入库 + 标签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408736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合格候选人自动入库、分类标签管理，实现人才储备复用，可按岗位 / 技能 / 经验检索。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52160" y="3703320"/>
            <a:ext cx="2606040" cy="96012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0" y="3703320"/>
            <a:ext cx="54864" cy="96012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37947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兜底推送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035040" y="408736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当候选人放弃 offer 时，及时推送合格候选人汇总表给用人部门与 HR，选择合适候选人推进。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BY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三道可信护栏：让 AI 有能力，也有边界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每一个 AI 结论都可解释、可审计；每一个关键决定都有人确认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2606040" cy="24688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246888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每个匹配结论附带经历、证书、班次等证据；同时明确待核验的缺口。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2057400"/>
            <a:ext cx="2606040" cy="24688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2057400"/>
            <a:ext cx="54864" cy="2468880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9456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337560" y="292608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154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361188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年龄、婚育、民族、健康史等非岗位必要信息不进入自动筛选；敏感字段隔离。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057400"/>
            <a:ext cx="2606040" cy="246888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057400"/>
            <a:ext cx="54864" cy="246888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19456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035040" y="292608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HUMAN-IN-LOOP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154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人工终审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35040" y="361188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岗位发布、候选推进、面试安排与录用决定均由人确认；不自动淘汰。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85538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原则：模型不可用时，保留人工流程；任何自动化决定，保留完整审计链。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0419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技术架构：确定性规则守底线，大模型负责理解与解释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规则层把"红线"写死，模型层只做语义理解与解释生成；人工审批节点是默认动作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7863840" cy="566928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566928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3055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213055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2194560"/>
            <a:ext cx="18288" cy="292608"/>
          </a:xfrm>
          <a:prstGeom prst="rect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130552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岗位治理 · 人才匹配 · AI 初筛 · 运营驾驶舱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15768"/>
            <a:ext cx="7863840" cy="566928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15768"/>
            <a:ext cx="54864" cy="566928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7889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27889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26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2852928"/>
            <a:ext cx="18288" cy="292608"/>
          </a:xfrm>
          <a:prstGeom prst="rect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278892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硬条件与合规规则  ·  语义理解与解释生成  ·  人工审批节点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74136"/>
            <a:ext cx="7863840" cy="566928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74136"/>
            <a:ext cx="54864" cy="566928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4728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4560" y="344728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FF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3511296"/>
            <a:ext cx="18288" cy="292608"/>
          </a:xfrm>
          <a:prstGeom prst="rect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3447288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115 条岗位 OCR  ·  脱敏候选人  ·  D1 审计与工作流状态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7863840" cy="566928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32504"/>
            <a:ext cx="54864" cy="566928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0565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94560" y="410565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49040" y="4169664"/>
            <a:ext cx="18288" cy="292608"/>
          </a:xfrm>
          <a:prstGeom prst="rect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4105656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比赛版模拟渠道  ·  后续 ATS / BOSS / 企业微信 / 飞书适配器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5107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原则：模型不可用时，保留人工流程；任何自动化决定，保留完整审计链。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6BFF"/>
          </a:solidFill>
          <a:ln w="12700">
            <a:solidFill>
              <a:srgbClr val="12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164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SHUNDE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solidFill>
            <a:srgbClr val="0B1E36"/>
          </a:solidFill>
          <a:ln w="6350">
            <a:solidFill>
              <a:srgbClr val="00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486460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先做两周影子测试，再决定是否接入真实 ATS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在受控环境内做人工基线 vs AI 辅助的双轨对比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73152" cy="73152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10515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 3 个高频岗位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优先覆盖装配、质检、设备维修等容声典型岗位。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2057400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057400"/>
            <a:ext cx="54864" cy="10515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488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7800" y="21488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双轨记录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2560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人工基线与 AI 辅助结果同时保留，便于事后回放与对照。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18688"/>
            <a:ext cx="54864" cy="10515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1012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331012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比较四个指标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72160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整理工时、响应速度、面试到场率、人工覆盖率。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218688"/>
            <a:ext cx="3977640" cy="10515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218688"/>
            <a:ext cx="54864" cy="1051560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31012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57800" y="331012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设停止条件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372160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一致率低于 70% 或发生严重合规事件即回退到纯人工流程。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370832"/>
            <a:ext cx="7863840" cy="365760"/>
          </a:xfrm>
          <a:prstGeom prst="rect">
            <a:avLst/>
          </a:prstGeom>
          <a:solidFill>
            <a:srgbClr val="0B1E36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370832"/>
            <a:ext cx="54864" cy="365760"/>
          </a:xfrm>
          <a:prstGeom prst="rect">
            <a:avLst/>
          </a:prstGeom>
          <a:solidFill>
            <a:srgbClr val="7CFF6B"/>
          </a:solidFill>
          <a:ln w="12700">
            <a:solidFill>
              <a:srgbClr val="7CF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165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损失边界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4416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只做信息整理与辅助判断；不自动淘汰、不绕过平台授权、不存储敏感隐私。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54864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D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  /  E08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955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看见证据，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955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HR 掌握决定。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7955280" cy="18288"/>
          </a:xfrm>
          <a:prstGeom prst="rect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91840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F0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顺得队  ·  SHUNDE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洪高飞  ·  陈言诺  ·  梁卓文  ·  罗</a:t>
            </a:r>
            <a:r>
              <a:rPr lang="zh-CN" altLang="en-US" sz="14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</a:t>
            </a:r>
            <a:r>
              <a:rPr lang="en-US" sz="14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600" dirty="0">
                <a:solidFill>
                  <a:srgbClr val="7CF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海信慧眼，顺得英才！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海信容声（广东）冰箱有限公司  ·  人力资源管理 AI 智能体（招聘方向）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3749</Words>
  <Application>WPS 演示</Application>
  <PresentationFormat>On-screen Show (16:9)</PresentationFormat>
  <Paragraphs>538</Paragraphs>
  <Slides>14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海信容声 招聘 AI 智能体 MVP 路演</dc:title>
  <dc:creator>Shunde Team</dc:creator>
  <dc:subject>PptxGenJS Presentation</dc:subject>
  <cp:lastModifiedBy>不二</cp:lastModifiedBy>
  <cp:revision>4</cp:revision>
  <dcterms:created xsi:type="dcterms:W3CDTF">2026-08-15T18:01:00Z</dcterms:created>
  <dcterms:modified xsi:type="dcterms:W3CDTF">2026-08-16T01:40:46Z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62072F7375834364B252338EFB6487AF_13</vt:lpwstr>
  </property>
</Properties>
</file>